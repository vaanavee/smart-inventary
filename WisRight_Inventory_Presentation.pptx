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65F2B"/>
                </a:solidFill>
                <a:latin typeface="Arial"/>
              </a:defRPr>
            </a:pPr>
            <a:r>
              <a:t>Smart Inventory Management System</a:t>
            </a:r>
          </a:p>
          <a:p>
            <a:pPr algn="l">
              <a:spcBef>
                <a:spcPts val="14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t>AI-Based Inventory Movement &amp; Stock Monitoring System</a:t>
            </a:r>
          </a:p>
          <a:p>
            <a:pPr algn="l">
              <a:spcBef>
                <a:spcPts val="40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WisRight Innovation Internship Program (WR-IIP) · June - July 2026</a:t>
            </a:r>
            <a:br/>
            <a:r>
              <a:t>Designed &amp; Developed by Vishali, Suraj, and Vaanavee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Problem with Manual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Human Error in Counting: </a:t>
            </a:r>
            <a:r>
              <a:rPr sz="1600" b="0">
                <a:solidFill>
                  <a:srgbClr val="475569"/>
                </a:solidFill>
                <a:latin typeface="Arial"/>
              </a:rPr>
              <a:t>Manual logging leads to input mistakes and incorrect tallying of items picked from shelves.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Inventory Mismatches: </a:t>
            </a:r>
            <a:r>
              <a:rPr sz="1600" b="0">
                <a:solidFill>
                  <a:srgbClr val="475569"/>
                </a:solidFill>
                <a:latin typeface="Arial"/>
              </a:rPr>
              <a:t>Discrepancies between physical shelf stock and database records go unnoticed for long periods.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Delayed Discrepancy Detection: </a:t>
            </a:r>
            <a:r>
              <a:rPr sz="1600" b="0">
                <a:solidFill>
                  <a:srgbClr val="475569"/>
                </a:solidFill>
                <a:latin typeface="Arial"/>
              </a:rPr>
              <a:t>Stock audits only reveal missing or misplaced items during periodic reviews, rather than in real-time.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Lack of Independent Verification: </a:t>
            </a:r>
            <a:r>
              <a:rPr sz="1600" b="0">
                <a:solidFill>
                  <a:srgbClr val="475569"/>
                </a:solidFill>
                <a:latin typeface="Arial"/>
              </a:rPr>
              <a:t>Traditional systems record what a worker *claims* to have taken, without an independent, automated count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Solution: RFID + AI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Automated AI Cross-Check: </a:t>
            </a:r>
            <a:r>
              <a:rPr sz="1600" b="0">
                <a:solidFill>
                  <a:srgbClr val="475569"/>
                </a:solidFill>
                <a:latin typeface="Arial"/>
              </a:rPr>
              <a:t>Every manual scan and RFID transaction is immediately cross-checked against a real-time computer vision count.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RT-DETR Object Detection: </a:t>
            </a:r>
            <a:r>
              <a:rPr sz="1600" b="0">
                <a:solidFill>
                  <a:srgbClr val="475569"/>
                </a:solidFill>
                <a:latin typeface="Arial"/>
              </a:rPr>
              <a:t>A top-mounted AI camera running a fine-tuned RT-DETR model counts items in an enclosed verification tray.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Instant Alert Flagging: </a:t>
            </a:r>
            <a:r>
              <a:rPr sz="1600" b="0">
                <a:solidFill>
                  <a:srgbClr val="475569"/>
                </a:solidFill>
                <a:latin typeface="Arial"/>
              </a:rPr>
              <a:t>Mismatches between the manual scan and the AI count raise a real-time alert, preventing incorrect data entries.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Complete Audit Trail: </a:t>
            </a:r>
            <a:r>
              <a:rPr sz="1600" b="0">
                <a:solidFill>
                  <a:srgbClr val="475569"/>
                </a:solidFill>
                <a:latin typeface="Arial"/>
              </a:rPr>
              <a:t>Creates a fully verifiable, time-stamped log of who entered, what they picked, and what was verified by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65F2B"/>
                </a:solidFill>
                <a:latin typeface="Arial"/>
              </a:defRPr>
            </a:pPr>
            <a:r>
              <a:t>1. Labour Entry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Worker scans ID tag at entry door, logging entry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01168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65F2B"/>
                </a:solidFill>
                <a:latin typeface="Arial"/>
              </a:defRPr>
            </a:pPr>
            <a:r>
              <a:t>2. Rack ID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Worker scans rack QR code to view stored product catalogue.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4920" y="201168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65F2B"/>
                </a:solidFill>
                <a:latin typeface="Arial"/>
              </a:defRPr>
            </a:pPr>
            <a:r>
              <a:t>3. Pick &amp; Scan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Worker picks products and manually scans their RFID tags.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201168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65F2B"/>
                </a:solidFill>
                <a:latin typeface="Arial"/>
              </a:defRPr>
            </a:pPr>
            <a:r>
              <a:t>4. AI Verification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Worker places items on tray. Camera counts items using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201168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65F2B"/>
                </a:solidFill>
                <a:latin typeface="Arial"/>
              </a:defRPr>
            </a:pPr>
            <a:r>
              <a:t>5. Data Logged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Matches are saved. Mismatches block auto-store and raise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System Components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Frontend Dashboard: </a:t>
            </a:r>
            <a:r>
              <a:rPr sz="1600" b="0">
                <a:solidFill>
                  <a:srgbClr val="475569"/>
                </a:solidFill>
                <a:latin typeface="Arial"/>
              </a:rPr>
              <a:t>Built with React, Vite, and Tailwind CSS. Provides live monitoring, analytics, and settings control.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Backend Services: </a:t>
            </a:r>
            <a:r>
              <a:rPr sz="1600" b="0">
                <a:solidFill>
                  <a:srgbClr val="475569"/>
                </a:solidFill>
                <a:latin typeface="Arial"/>
              </a:rPr>
              <a:t>Node.js (for authentication, RFID tracking, and transactions) + Python FastAPI (for inventory logs, analytics, and RT-DETRv2 models).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Computer Vision &amp; AI: </a:t>
            </a:r>
            <a:r>
              <a:rPr sz="1600" b="0">
                <a:solidFill>
                  <a:srgbClr val="475569"/>
                </a:solidFill>
                <a:latin typeface="Arial"/>
              </a:rPr>
              <a:t>RT-DETRv2 neural network (runs on CPU/GPU via Hugging Face/PyTorch) for live object detection and ByteTrack for tracking.</a:t>
            </a:r>
          </a:p>
          <a:p>
            <a:pPr>
              <a:spcBef>
                <a:spcPts val="12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•  Firmware &amp; Hardware: </a:t>
            </a:r>
            <a:r>
              <a:rPr sz="1600" b="0">
                <a:solidFill>
                  <a:srgbClr val="475569"/>
                </a:solidFill>
                <a:latin typeface="Arial"/>
              </a:rPr>
              <a:t>ESP32 microcontrollers deployed at entrance units and racks with RC522 RFID scanners and OLED displays.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5F2B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  <a:latin typeface="Arial"/>
              </a:defRPr>
            </a:pPr>
            <a:r>
              <a:t>Designed &amp; Developed by</a:t>
            </a:r>
            <a:br/>
            <a:r>
              <a:t>Vishali, Suraj and Vaanavee</a:t>
            </a:r>
          </a:p>
          <a:p>
            <a:pPr algn="ctr">
              <a:spcBef>
                <a:spcPts val="24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As part of the WisRight Innovation Internship Program (WR-IIP)</a:t>
            </a:r>
            <a:br/>
            <a:r>
              <a:t>June -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